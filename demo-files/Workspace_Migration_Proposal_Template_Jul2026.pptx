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9b903b55bc446a" /><Relationship Type="http://schemas.openxmlformats.org/officeDocument/2006/relationships/extended-properties" Target="/docProps/app.xml" Id="R6af785508ef642d9" /><Relationship Type="http://schemas.openxmlformats.org/officeDocument/2006/relationships/officeDocument" Target="/ppt/presentation.xml" Id="Rd60edc625a094b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29ae6ef21b4c1a"/>
  </p:sldMasterIdLst>
  <p:notesMasterIdLst>
    <p:notesMasterId xmlns:r="http://schemas.openxmlformats.org/officeDocument/2006/relationships" r:id="Rddadb040cb274863"/>
  </p:notesMasterIdLst>
  <p:sldIdLst>
    <p:sldId xmlns:r="http://schemas.openxmlformats.org/officeDocument/2006/relationships" id="256" r:id="Rd14af4ca70a74098"/>
    <p:sldId xmlns:r="http://schemas.openxmlformats.org/officeDocument/2006/relationships" id="257" r:id="Rae7831aff31840c1"/>
    <p:sldId xmlns:r="http://schemas.openxmlformats.org/officeDocument/2006/relationships" id="258" r:id="R26e13d8bdfd84600"/>
    <p:sldId xmlns:r="http://schemas.openxmlformats.org/officeDocument/2006/relationships" id="259" r:id="R2b8b6c7d537b4ddc"/>
    <p:sldId xmlns:r="http://schemas.openxmlformats.org/officeDocument/2006/relationships" id="260" r:id="Rb7bb192564934ded"/>
    <p:sldId xmlns:r="http://schemas.openxmlformats.org/officeDocument/2006/relationships" id="261" r:id="Re1c22e3565e749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a68fd72829417b" /><Relationship Type="http://schemas.openxmlformats.org/officeDocument/2006/relationships/slideMaster" Target="/ppt/slideMasters/slideMaster1.xml" Id="R2529ae6ef21b4c1a" /><Relationship Type="http://schemas.openxmlformats.org/officeDocument/2006/relationships/notesMaster" Target="/ppt/notesMasters/notesMaster1.xml" Id="Rddadb040cb274863" /><Relationship Type="http://schemas.openxmlformats.org/officeDocument/2006/relationships/presProps" Target="/ppt/presProps.xml" Id="Ref32e4a0ceb9439a" /><Relationship Type="http://schemas.openxmlformats.org/officeDocument/2006/relationships/tableStyles" Target="/ppt/tableStyles.xml" Id="Rb5f568599b4b4ae2" /><Relationship Type="http://schemas.openxmlformats.org/officeDocument/2006/relationships/slide" Target="/ppt/slides/slide1.xml" Id="Rd14af4ca70a74098" /><Relationship Type="http://schemas.openxmlformats.org/officeDocument/2006/relationships/slide" Target="/ppt/slides/slide2.xml" Id="Rae7831aff31840c1" /><Relationship Type="http://schemas.openxmlformats.org/officeDocument/2006/relationships/slide" Target="/ppt/slides/slide3.xml" Id="R26e13d8bdfd84600" /><Relationship Type="http://schemas.openxmlformats.org/officeDocument/2006/relationships/slide" Target="/ppt/slides/slide4.xml" Id="R2b8b6c7d537b4ddc" /><Relationship Type="http://schemas.openxmlformats.org/officeDocument/2006/relationships/slide" Target="/ppt/slides/slide5.xml" Id="Rb7bb192564934ded" /><Relationship Type="http://schemas.openxmlformats.org/officeDocument/2006/relationships/slide" Target="/ppt/slides/slide6.xml" Id="Re1c22e3565e749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7e14a6b1924f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259a1ac90b4758" /><Relationship Type="http://schemas.openxmlformats.org/officeDocument/2006/relationships/notesMaster" Target="/ppt/notesMasters/notesMaster1.xml" Id="Ra641cbde1e7847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f7d7215a394dfb" /><Relationship Type="http://schemas.openxmlformats.org/officeDocument/2006/relationships/notesMaster" Target="/ppt/notesMasters/notesMaster1.xml" Id="R947bf2c994044a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6a8286d1cf46fe" /><Relationship Type="http://schemas.openxmlformats.org/officeDocument/2006/relationships/notesMaster" Target="/ppt/notesMasters/notesMaster1.xml" Id="R99b8abf8e05e44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63877f96374154" /><Relationship Type="http://schemas.openxmlformats.org/officeDocument/2006/relationships/notesMaster" Target="/ppt/notesMasters/notesMaster1.xml" Id="Rd1357ce092044d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b671ec4a9644af" /><Relationship Type="http://schemas.openxmlformats.org/officeDocument/2006/relationships/notesMaster" Target="/ppt/notesMasters/notesMaster1.xml" Id="R61ee4706c78e46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55b3ec347a452e" /><Relationship Type="http://schemas.openxmlformats.org/officeDocument/2006/relationships/notesMaster" Target="/ppt/notesMasters/notesMaster1.xml" Id="R769ab9eb399341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Populate this template only after discovery. The template itself makes no customer commitment.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Sales must obtain these inputs from the customer. Replace each field with verified discovery evidence before external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must confirm the assumptions and prepare a change request for work outside the approved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 dates only after the delivery lead confirms capacity. A calendar placeholder is not a committed milestone.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saved template still refers to the 2025 pilot campaign. Commercial Operations must replace the expired dependency before preparing a new customer quote.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Prepared July 2026. Internal template. Unpopulated fields must not be sent as a customer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7ec34932dc446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4f81b5ed294a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0924e0b5c8404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1265e77f5b463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d1675f736a466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cf023ee0274b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1209ED-1F07-4BB2-9941-1F21341BB4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A26508C-6897-4C4A-A4B1-202D0B6CEA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8BBAAF1-7524-460F-9C1C-7D9FB07860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882486-331B-41A8-B04C-345F2C9923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442CF49-6328-45DF-B62F-23E5FB43F4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7340A89-F24A-41FE-959C-6DA6F92950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95FF77-21DC-4AA0-B515-E93187DD16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2301778-3E0E-4CCD-B1BF-233CB9FE225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6DCB85-5FEF-43F6-94D3-D5BBCBAB76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CFE1C6-5A30-47F9-83FE-21BE04C714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c12d853b13417c" /><Relationship Type="http://schemas.openxmlformats.org/officeDocument/2006/relationships/slideLayout" Target="/ppt/slideLayouts/slideLayout1.xml" Id="R36333b09a2e54ddf" /><Relationship Type="http://schemas.openxmlformats.org/officeDocument/2006/relationships/slideLayout" Target="/ppt/slideLayouts/slideLayout2.xml" Id="Reb4bcd48f8d5425c" /><Relationship Type="http://schemas.openxmlformats.org/officeDocument/2006/relationships/slideLayout" Target="/ppt/slideLayouts/slideLayout3.xml" Id="Rad6222e2e2974043" /><Relationship Type="http://schemas.openxmlformats.org/officeDocument/2006/relationships/slideLayout" Target="/ppt/slideLayouts/slideLayout4.xml" Id="R512c1dd2a2e04a24" /><Relationship Type="http://schemas.openxmlformats.org/officeDocument/2006/relationships/slideLayout" Target="/ppt/slideLayouts/slideLayout5.xml" Id="R7c60120d756c4e64" /><Relationship Type="http://schemas.openxmlformats.org/officeDocument/2006/relationships/slideLayout" Target="/ppt/slideLayouts/slideLayout6.xml" Id="R51f570483e104a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333b09a2e54ddf"/>
    <p:sldLayoutId xmlns:r="http://schemas.openxmlformats.org/officeDocument/2006/relationships" id="2147483650" r:id="Reb4bcd48f8d5425c"/>
    <p:sldLayoutId xmlns:r="http://schemas.openxmlformats.org/officeDocument/2006/relationships" id="2147483651" r:id="Rad6222e2e2974043"/>
    <p:sldLayoutId xmlns:r="http://schemas.openxmlformats.org/officeDocument/2006/relationships" id="2147483652" r:id="R512c1dd2a2e04a24"/>
    <p:sldLayoutId xmlns:r="http://schemas.openxmlformats.org/officeDocument/2006/relationships" id="2147483653" r:id="R7c60120d756c4e64"/>
    <p:sldLayoutId xmlns:r="http://schemas.openxmlformats.org/officeDocument/2006/relationships" id="2147483654" r:id="R51f570483e104a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d7d43abb6b466f" /><Relationship Type="http://schemas.openxmlformats.org/officeDocument/2006/relationships/notesSlide" Target="/ppt/notesSlides/notesSlide1.xml" Id="R04491798847946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8b3015c9eb44ee" /><Relationship Type="http://schemas.openxmlformats.org/officeDocument/2006/relationships/notesSlide" Target="/ppt/notesSlides/notesSlide2.xml" Id="Red7e9a94b59f4a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b99db4bff94535" /><Relationship Type="http://schemas.openxmlformats.org/officeDocument/2006/relationships/notesSlide" Target="/ppt/notesSlides/notesSlide3.xml" Id="R90037ee2949c40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616f70fa654c7a" /><Relationship Type="http://schemas.openxmlformats.org/officeDocument/2006/relationships/notesSlide" Target="/ppt/notesSlides/notesSlide4.xml" Id="Rba5ddb6f379647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340a9efdae423f" /><Relationship Type="http://schemas.openxmlformats.org/officeDocument/2006/relationships/notesSlide" Target="/ppt/notesSlides/notesSlide5.xml" Id="R23f96121072e48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d7823f280940ff" /><Relationship Type="http://schemas.openxmlformats.org/officeDocument/2006/relationships/notesSlide" Target="/ppt/notesSlides/notesSlide6.xml" Id="Raac5bb117ebb45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F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91937-C9E0-4DDD-8D9A-B3AA7F00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CD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B8CDD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CDD7"/>
                </a:solidFill>
                <a:latin typeface="Arial"/>
                <a:ea typeface="Arial"/>
                <a:cs typeface="Arial"/>
              </a:rPr>
              <a:t>CLOUDASTA  /  DELIVERY ENABLEMENT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576CD-7B3D-4E93-8B93-EC76A82A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Workspace migration proposal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5A707-4B3D-4E6F-8243-AF629037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10429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0EA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0EA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0EAF0"/>
                </a:solidFill>
                <a:latin typeface="Arial"/>
                <a:ea typeface="Arial"/>
                <a:cs typeface="Arial"/>
              </a:rPr>
              <a:t>Customer discovery pack</a:t>
            </a:r>
          </a:p>
          <a:p xmlns:a="http://schemas.openxmlformats.org/drawingml/2006/main">
            <a:pPr>
              <a:defRPr sz="2100" b="0">
                <a:solidFill>
                  <a:srgbClr val="E0EA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0EAF0"/>
                </a:solidFill>
                <a:latin typeface="Arial"/>
                <a:ea typeface="Arial"/>
                <a:cs typeface="Arial"/>
              </a:rPr>
              <a:t>Prepared by Cloudasta Delivery</a:t>
            </a:r>
          </a:p>
          <a:p xmlns:a="http://schemas.openxmlformats.org/drawingml/2006/main">
            <a:pPr>
              <a:defRPr sz="2100" b="0">
                <a:solidFill>
                  <a:srgbClr val="E0EA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0EAF0"/>
                </a:solidFill>
                <a:latin typeface="Arial"/>
                <a:ea typeface="Arial"/>
                <a:cs typeface="Arial"/>
              </a:rPr>
              <a:t>Internal working template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A8EE4-C4EC-4CB6-9AEC-14F6753D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B8CD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B8CDD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8CDD7"/>
                </a:solidFill>
                <a:latin typeface="Arial"/>
                <a:ea typeface="Arial"/>
                <a:cs typeface="Arial"/>
              </a:rPr>
              <a:t>FICTIONAL DEMONSTRATION  ·  2026-07-15  ·  FOR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DA95C-E4BE-4058-923F-DF1FBB7A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742759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CCBC5-72A5-4258-A51A-E355010B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717E"/>
                </a:solidFill>
                <a:latin typeface="Arial"/>
                <a:ea typeface="Arial"/>
                <a:cs typeface="Arial"/>
              </a:rPr>
              <a:t>CLOUDASTA  /  DELIVERY ENABLEMENT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A5B02-9A64-4652-8253-84E2C702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Customer discovery inputs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34AFD-E8DE-489C-BE7A-44B96E87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0429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Customer legal entity and tenant domain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Mailbox inventory and shared-resource owners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Target operating date and blackout windows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Identity provider and archive dependencies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31373-7B8B-4443-995D-38D85789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D86"/>
                </a:solidFill>
                <a:latin typeface="Arial"/>
                <a:ea typeface="Arial"/>
                <a:cs typeface="Arial"/>
              </a:rPr>
              <a:t>FICTIONAL DEMONSTRATION  ·  2026-07-15  ·  FOR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CAC23-0589-4632-A64D-093FA31E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451594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CAB59-1D6E-4984-8259-993B5DA2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717E"/>
                </a:solidFill>
                <a:latin typeface="Arial"/>
                <a:ea typeface="Arial"/>
                <a:cs typeface="Arial"/>
              </a:rPr>
              <a:t>CLOUDASTA  /  DELIVERY ENABLEMENT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DF8AD-1E54-4EE0-B507-2538F75E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Standard scope and exclusions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86EF2-0896-4CD9-8630-69186D9E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0429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One source tenant and one target workspace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One pilot and one production cutover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Administrator training and acceptance review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Archives and custom integrations scoped separately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EA4349-43FF-4C96-A7AA-0DA8F667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D86"/>
                </a:solidFill>
                <a:latin typeface="Arial"/>
                <a:ea typeface="Arial"/>
                <a:cs typeface="Arial"/>
              </a:rPr>
              <a:t>FICTIONAL DEMONSTRATION  ·  2026-07-15  ·  FOR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9D6AE-BB32-406F-8C2A-1B1D24A9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301500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0799E-DF29-4F40-8B5B-7286FF22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717E"/>
                </a:solidFill>
                <a:latin typeface="Arial"/>
                <a:ea typeface="Arial"/>
                <a:cs typeface="Arial"/>
              </a:rPr>
              <a:t>CLOUDASTA  /  DELIVERY ENABLEMENT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B743D-8076-4DAC-A1BA-4758988E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Delivery milestones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02C78-EFBE-481C-A32E-F1CE6E2A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0429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Discovery and security approval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Pilot reconciliation and go/no-go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Production cutover and monitoring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Customer acceptance and support handoff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5F42C-2480-40E4-ACDE-7732D6EB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D86"/>
                </a:solidFill>
                <a:latin typeface="Arial"/>
                <a:ea typeface="Arial"/>
                <a:cs typeface="Arial"/>
              </a:rPr>
              <a:t>FICTIONAL DEMONSTRATION  ·  2026-07-15  ·  FOR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928537-8EC5-47F9-A32C-49BEF3FC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180093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5B6C51-EE39-48FA-84F4-891AEDBF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717E"/>
                </a:solidFill>
                <a:latin typeface="Arial"/>
                <a:ea typeface="Arial"/>
                <a:cs typeface="Arial"/>
              </a:rPr>
              <a:t>CLOUDASTA  /  DELIVERY ENABLEMENT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3D8009-3F52-4DD6-93D9-658ED4A4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Commercial source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B65C2-DC55-42AF-BED4-67442C28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0429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Historical source: legacy-pricing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Validate campaign expiry before using any fee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Check customer-specific subscription exceptions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Obtain the current Finance-approved schedule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83199-AE3B-455C-BB0D-8237F018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D86"/>
                </a:solidFill>
                <a:latin typeface="Arial"/>
                <a:ea typeface="Arial"/>
                <a:cs typeface="Arial"/>
              </a:rPr>
              <a:t>FICTIONAL DEMONSTRATION  ·  2026-07-15  ·  FOR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D180F-68AE-4424-BE1F-CFA0CB4D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584957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674CF-D3B4-4E92-94FE-D23E6244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717E"/>
                </a:solidFill>
                <a:latin typeface="Arial"/>
                <a:ea typeface="Arial"/>
                <a:cs typeface="Arial"/>
              </a:rPr>
              <a:t>CLOUDASTA  /  DELIVERY ENABLEMENT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A70E7-DA24-407D-8F42-A06F8E48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Approval before issue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36F90-5ADA-4897-95CC-4DD8BD29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0429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Delivery owner confirms scope and capacity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Finance confirms rates and concessions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Account owner checks legal entity and validity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Store approved revision with the signed order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20652-E6CB-40C1-95C3-E265BA2C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D86"/>
                </a:solidFill>
                <a:latin typeface="Arial"/>
                <a:ea typeface="Arial"/>
                <a:cs typeface="Arial"/>
              </a:rPr>
              <a:t>FICTIONAL DEMONSTRATION  ·  2026-07-15  ·  FOR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854DE-6BA7-4A59-8F26-0F114441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989990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2026-10-12T01:17:03.9760000Z</dcterms:created>
  <dcterms:modified xsi:type="dcterms:W3CDTF">2026-10-12T01:17:03.9760000Z</dcterms:modified>
</coreProperties>
</file>