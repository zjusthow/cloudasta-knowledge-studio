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0505c1448a4736" /><Relationship Type="http://schemas.openxmlformats.org/officeDocument/2006/relationships/extended-properties" Target="/docProps/app.xml" Id="R22bc375c14e94f3a" /><Relationship Type="http://schemas.openxmlformats.org/officeDocument/2006/relationships/officeDocument" Target="/ppt/presentation.xml" Id="R94bc8ad10b474f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e12056c8684550"/>
  </p:sldMasterIdLst>
  <p:notesMasterIdLst>
    <p:notesMasterId xmlns:r="http://schemas.openxmlformats.org/officeDocument/2006/relationships" r:id="R8b71310e97f248f2"/>
  </p:notesMasterIdLst>
  <p:sldIdLst>
    <p:sldId xmlns:r="http://schemas.openxmlformats.org/officeDocument/2006/relationships" id="256" r:id="R235f1e7a155645e0"/>
    <p:sldId xmlns:r="http://schemas.openxmlformats.org/officeDocument/2006/relationships" id="257" r:id="R671c41bea09e4eef"/>
    <p:sldId xmlns:r="http://schemas.openxmlformats.org/officeDocument/2006/relationships" id="258" r:id="Rf48830d3b99e4e8c"/>
    <p:sldId xmlns:r="http://schemas.openxmlformats.org/officeDocument/2006/relationships" id="259" r:id="Re34b204e6be64e5b"/>
    <p:sldId xmlns:r="http://schemas.openxmlformats.org/officeDocument/2006/relationships" id="260" r:id="R9bc112f01b424f8a"/>
    <p:sldId xmlns:r="http://schemas.openxmlformats.org/officeDocument/2006/relationships" id="261" r:id="R880e428a8f9b4e5f"/>
    <p:sldId xmlns:r="http://schemas.openxmlformats.org/officeDocument/2006/relationships" id="262" r:id="R18cd105e61864d5f"/>
    <p:sldId xmlns:r="http://schemas.openxmlformats.org/officeDocument/2006/relationships" id="263" r:id="R93381996291e48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b58305d64249b4" /><Relationship Type="http://schemas.openxmlformats.org/officeDocument/2006/relationships/slideMaster" Target="/ppt/slideMasters/slideMaster1.xml" Id="Reee12056c8684550" /><Relationship Type="http://schemas.openxmlformats.org/officeDocument/2006/relationships/notesMaster" Target="/ppt/notesMasters/notesMaster1.xml" Id="R8b71310e97f248f2" /><Relationship Type="http://schemas.openxmlformats.org/officeDocument/2006/relationships/presProps" Target="/ppt/presProps.xml" Id="R42affc3685f346d8" /><Relationship Type="http://schemas.openxmlformats.org/officeDocument/2006/relationships/tableStyles" Target="/ppt/tableStyles.xml" Id="R4ef4241545b441cf" /><Relationship Type="http://schemas.openxmlformats.org/officeDocument/2006/relationships/slide" Target="/ppt/slides/slide1.xml" Id="R235f1e7a155645e0" /><Relationship Type="http://schemas.openxmlformats.org/officeDocument/2006/relationships/slide" Target="/ppt/slides/slide2.xml" Id="R671c41bea09e4eef" /><Relationship Type="http://schemas.openxmlformats.org/officeDocument/2006/relationships/slide" Target="/ppt/slides/slide3.xml" Id="Rf48830d3b99e4e8c" /><Relationship Type="http://schemas.openxmlformats.org/officeDocument/2006/relationships/slide" Target="/ppt/slides/slide4.xml" Id="Re34b204e6be64e5b" /><Relationship Type="http://schemas.openxmlformats.org/officeDocument/2006/relationships/slide" Target="/ppt/slides/slide5.xml" Id="R9bc112f01b424f8a" /><Relationship Type="http://schemas.openxmlformats.org/officeDocument/2006/relationships/slide" Target="/ppt/slides/slide6.xml" Id="R880e428a8f9b4e5f" /><Relationship Type="http://schemas.openxmlformats.org/officeDocument/2006/relationships/slide" Target="/ppt/slides/slide7.xml" Id="R18cd105e61864d5f" /><Relationship Type="http://schemas.openxmlformats.org/officeDocument/2006/relationships/slide" Target="/ppt/slides/slide8.xml" Id="R93381996291e48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44bc73076d48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3a999c00744cdc" /><Relationship Type="http://schemas.openxmlformats.org/officeDocument/2006/relationships/notesMaster" Target="/ppt/notesMasters/notesMaster1.xml" Id="R042b6b45ae8e44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66ff55ef364e12" /><Relationship Type="http://schemas.openxmlformats.org/officeDocument/2006/relationships/notesMaster" Target="/ppt/notesMasters/notesMaster1.xml" Id="R139033b22ff443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9f742bc28f4173" /><Relationship Type="http://schemas.openxmlformats.org/officeDocument/2006/relationships/notesMaster" Target="/ppt/notesMasters/notesMaster1.xml" Id="Rd804c5a00d2841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3679608e024e50" /><Relationship Type="http://schemas.openxmlformats.org/officeDocument/2006/relationships/notesMaster" Target="/ppt/notesMasters/notesMaster1.xml" Id="Rbef68ad3018941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e5a95ee82542d7" /><Relationship Type="http://schemas.openxmlformats.org/officeDocument/2006/relationships/notesMaster" Target="/ppt/notesMasters/notesMaster1.xml" Id="R5b7d8e8c58de48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0f19cca8fd48ce" /><Relationship Type="http://schemas.openxmlformats.org/officeDocument/2006/relationships/notesMaster" Target="/ppt/notesMasters/notesMaster1.xml" Id="Rfb6630b8c9eb4f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db0eb3d5a048e6" /><Relationship Type="http://schemas.openxmlformats.org/officeDocument/2006/relationships/notesMaster" Target="/ppt/notesMasters/notesMaster1.xml" Id="Rbdc408e15c1341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4a3e09cada432b" /><Relationship Type="http://schemas.openxmlformats.org/officeDocument/2006/relationships/notesMaster" Target="/ppt/notesMasters/notesMaster1.xml" Id="R502f95c83b3d42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customer proposal. This presentation is not an executed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Acme Field Services wants a managed migration with clear responsibilities. Discovery must confirm mailbox sizes, archive constraints and the customer administrator roster.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Migrate 100 mailboxes to the new workspace tenant. The scope includes administrator training and launch coordination. Training covers routine administration and the support escalation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Excluded: device replacement, historical archive remediation and custom application work. Validate shared mailbox ownership and data handling before the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migration delivery window: four weeks after kickoff. Proposal is not a signed contract. The shorter window assumes customer approvals within one working day and a clean pilot. Engineering feasibility remains unconfirmed. The six-week option remains the fallback.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Alex Rivera owns delivery readiness. The customer administrator owns access approvals. Customer Success records acceptance and unresolved items with named owners. Do not promise a cutover date before the go/no-go gate.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Estimated migration services: USD 12000. Final commitments require approval. The estimate excludes recurring subscription charges, taxes, archive remediation and unscoped integrations. Quote validity: 30 calendar days. No accelerated-delivery surcharge has been approved.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Commercial owner: Casey Brooks. Delivery owner: Alex Rivera. Customer Success: Riley Foster. The current customer subscription exception remains separate from these project fees. Store the approved proposal and executed order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14c379709d4f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f84bc02d245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fb647c7e74e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c3d75d2c741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2dde2848643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f6c2a7fd34f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FCAE23-FA40-4AD2-AAD4-C87244D708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13A17AA-3425-4BCD-986D-1C4E5E8645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A5D5824-BC2B-41D0-8461-8C00ED708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7FC75F-07AA-4979-9758-35232DE3F2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56610F5-F0D0-403F-B70D-C5A23A8B7B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2E8183-3BE6-40FA-9B8E-824D6784D6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A89D00-B638-4497-BC77-A557A5DDCA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25FA003-11ED-4558-B635-106530BA7D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C5C43B-C8AE-4D17-AFB8-DD4DFB7EA8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8A3168-3899-46A8-81F8-B08C2B6A2B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b7e4a8390e4515" /><Relationship Type="http://schemas.openxmlformats.org/officeDocument/2006/relationships/slideLayout" Target="/ppt/slideLayouts/slideLayout1.xml" Id="Rac9573973b774948" /><Relationship Type="http://schemas.openxmlformats.org/officeDocument/2006/relationships/slideLayout" Target="/ppt/slideLayouts/slideLayout2.xml" Id="R2a862c73875d4ed2" /><Relationship Type="http://schemas.openxmlformats.org/officeDocument/2006/relationships/slideLayout" Target="/ppt/slideLayouts/slideLayout3.xml" Id="R019e8c921a464a1b" /><Relationship Type="http://schemas.openxmlformats.org/officeDocument/2006/relationships/slideLayout" Target="/ppt/slideLayouts/slideLayout4.xml" Id="R36b13d83dbf94ee0" /><Relationship Type="http://schemas.openxmlformats.org/officeDocument/2006/relationships/slideLayout" Target="/ppt/slideLayouts/slideLayout5.xml" Id="R7580e82e6d374c3e" /><Relationship Type="http://schemas.openxmlformats.org/officeDocument/2006/relationships/slideLayout" Target="/ppt/slideLayouts/slideLayout6.xml" Id="R12af5d2df8884c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9573973b774948"/>
    <p:sldLayoutId xmlns:r="http://schemas.openxmlformats.org/officeDocument/2006/relationships" id="2147483650" r:id="R2a862c73875d4ed2"/>
    <p:sldLayoutId xmlns:r="http://schemas.openxmlformats.org/officeDocument/2006/relationships" id="2147483651" r:id="R019e8c921a464a1b"/>
    <p:sldLayoutId xmlns:r="http://schemas.openxmlformats.org/officeDocument/2006/relationships" id="2147483652" r:id="R36b13d83dbf94ee0"/>
    <p:sldLayoutId xmlns:r="http://schemas.openxmlformats.org/officeDocument/2006/relationships" id="2147483653" r:id="R7580e82e6d374c3e"/>
    <p:sldLayoutId xmlns:r="http://schemas.openxmlformats.org/officeDocument/2006/relationships" id="2147483654" r:id="R12af5d2df8884c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bf50a4f8f8417f" /><Relationship Type="http://schemas.openxmlformats.org/officeDocument/2006/relationships/notesSlide" Target="/ppt/notesSlides/notesSlide1.xml" Id="Rc9b9b33d554946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2310420a1643d0" /><Relationship Type="http://schemas.openxmlformats.org/officeDocument/2006/relationships/notesSlide" Target="/ppt/notesSlides/notesSlide2.xml" Id="R3bcd3cefc9394c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e81c6290674c9a" /><Relationship Type="http://schemas.openxmlformats.org/officeDocument/2006/relationships/notesSlide" Target="/ppt/notesSlides/notesSlide3.xml" Id="R6275d4ee0f8149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140c297024787" /><Relationship Type="http://schemas.openxmlformats.org/officeDocument/2006/relationships/notesSlide" Target="/ppt/notesSlides/notesSlide4.xml" Id="R3a63e5acea2241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34829267c4ba5" /><Relationship Type="http://schemas.openxmlformats.org/officeDocument/2006/relationships/notesSlide" Target="/ppt/notesSlides/notesSlide5.xml" Id="R932a39183aba40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e3b6d6309a437f" /><Relationship Type="http://schemas.openxmlformats.org/officeDocument/2006/relationships/notesSlide" Target="/ppt/notesSlides/notesSlide6.xml" Id="Rea9c4cc0897340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54d1bc19ed4d20" /><Relationship Type="http://schemas.openxmlformats.org/officeDocument/2006/relationships/notesSlide" Target="/ppt/notesSlides/notesSlide7.xml" Id="R03ea3faad6f845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0ffb0f6b294a86" /><Relationship Type="http://schemas.openxmlformats.org/officeDocument/2006/relationships/notesSlide" Target="/ppt/notesSlides/notesSlide8.xml" Id="Ra7bd37cf3e3a4b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F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6A65E-DF74-4C3E-B74F-71607FF8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CD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B8CD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DD7"/>
                </a:solidFill>
                <a:latin typeface="Arial"/>
                <a:ea typeface="Arial"/>
                <a:cs typeface="Arial"/>
              </a:rPr>
              <a:t>CLOUDASTA  /  ACME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C9970-1543-4C44-A648-DE84BDC9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Acme Field Services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Workspace migration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AD0E9-1617-42F8-B2E1-5B40AFD0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0EA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0EA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0EAF0"/>
                </a:solidFill>
                <a:latin typeface="Arial"/>
                <a:ea typeface="Arial"/>
                <a:cs typeface="Arial"/>
              </a:rPr>
              <a:t>Migration and administrator enablement</a:t>
            </a:r>
          </a:p>
          <a:p xmlns:a="http://schemas.openxmlformats.org/drawingml/2006/main">
            <a:pPr>
              <a:defRPr sz="2100" b="0">
                <a:solidFill>
                  <a:srgbClr val="E0EA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0EAF0"/>
                </a:solidFill>
                <a:latin typeface="Arial"/>
                <a:ea typeface="Arial"/>
                <a:cs typeface="Arial"/>
              </a:rPr>
              <a:t>Revision 2.0 · Delivery review pending</a:t>
            </a:r>
          </a:p>
          <a:p xmlns:a="http://schemas.openxmlformats.org/drawingml/2006/main">
            <a:pPr>
              <a:defRPr sz="2100" b="0">
                <a:solidFill>
                  <a:srgbClr val="E0EA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0EAF0"/>
                </a:solidFill>
                <a:latin typeface="Arial"/>
                <a:ea typeface="Arial"/>
                <a:cs typeface="Arial"/>
              </a:rPr>
              <a:t>Prepared by Cloudasta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F23F9-4BAD-47C7-84C7-A8323CE9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8CD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B8CDD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8CDD7"/>
                </a:solidFill>
                <a:latin typeface="Arial"/>
                <a:ea typeface="Arial"/>
                <a:cs typeface="Arial"/>
              </a:rPr>
              <a:t>FICTIONAL DEMONSTRATION  ·  2026-09-05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1FB43-2110-4825-B411-857C1957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13609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DE175-9E8D-45FF-94D4-A52347A5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ACME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05827-ADDB-4782-B717-AF619AAC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Operating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299C7-4110-4411-B90A-742F3B96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100 mailboxes across a single source tenant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Shared mailboxes require nominated owners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Customer retains control of domain and identity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Target: predictable cutover with reconciled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2FFBF-1F84-4E8A-979B-3A96722E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2026-09-05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46579-F074-4C8E-8433-EC7ABEC7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0139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92210-FFBE-4392-8F06-0B253540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ACME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BE4CE-221B-41D3-B6E2-D8C0DC2D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Included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D05B4-D051-4772-899A-EE011569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Discovery workshop and migration plan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One pilot batch and one production cutover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Administrator training and launch coordination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Five working days of migration defect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FA01D-6882-483F-A4D2-89167851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2026-09-05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77E4F-D7F5-4B29-AC27-F8394AED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85390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28903-5F91-4FF5-8D9E-9C741D96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ACME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07C57-E745-4495-B6B7-07F6A5E7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Scope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8CA7D-DABE-44D5-ADCB-70120F80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Customer owns device and network readiness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Archive export is subject to vendor access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Custom integrations require a change request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No change to contracted incident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9D894-ED2F-4CF7-B212-D7998CB0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2026-09-05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6E30C-44EF-4E65-9D4F-38368E46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80140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D32E3-F5C3-415C-9CCC-16834B84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ACME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E9BC5-DAC0-410A-A861-9FC19B2A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Proposed four-week delivery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A7357-6E84-4515-A46E-616AAAE2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Week 1: discovery and security approval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Week 2: pilot and reconciliation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Week 3: readiness and administrator training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Week 4: cutover and acceptance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9FEA5-C5B1-486F-8C9C-6CE7735C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2026-09-05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B8AF0-81B4-4ACA-8619-9C455732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400373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B0AE5-F2BE-4B6C-910B-468102E8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ACME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2D8CC-7AFF-42DB-B258-5120D4CB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Readiness and acceptance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0934C-6847-4D8E-A06F-EFBC9347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Approved migration identity and data handling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Complete mailbox and resource-owner roster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Pilot reconciled before production go/no-go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Acceptance pack signed or exceptions assigned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18E44-6CDF-45B6-8A20-8427E822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2026-09-05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C6FDE-24CA-48BA-8411-77A231D5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14247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2F4CF-2DCE-43F7-A53D-3A694CFA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ACME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922C7-216A-449B-B493-2DF40104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Services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35654-1A0C-417B-8A7C-567ED57A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Migration services: USD 12,000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One implementation engagement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50% at execution, 50% at acceptance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Subscription fees and taxes excluded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2DAE5-480F-4B67-8831-FAD7C2BA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2026-09-05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6D57D-FBBB-449C-947A-764A896F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21086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1DC3E-876A-41CA-9701-9586DBA1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ACME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6B3C4-DEF0-4905-BB28-55E09743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Next steps and approvals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BA81B-A0A0-4BA4-AE5B-BF116B4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Customer confirms inventory and blackout dates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Delivery validates the proposed window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Finance approves the final quote revision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Both parties execute the order before work starts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42AB5-CA0C-43E8-A6C3-70A5E1E6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2026-09-05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DAD1A-D3AB-4361-81E6-48E26611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50690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2026-10-12T01:17:01.3470000Z</dcterms:created>
  <dcterms:modified xsi:type="dcterms:W3CDTF">2026-10-12T01:17:01.3470000Z</dcterms:modified>
</coreProperties>
</file>