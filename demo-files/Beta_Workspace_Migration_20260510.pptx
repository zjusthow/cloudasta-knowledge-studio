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a4a8bbbdcd453d" /><Relationship Type="http://schemas.openxmlformats.org/officeDocument/2006/relationships/extended-properties" Target="/docProps/app.xml" Id="Raa7d5c824db34531" /><Relationship Type="http://schemas.openxmlformats.org/officeDocument/2006/relationships/officeDocument" Target="/ppt/presentation.xml" Id="R8bafa4392550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d98ab60604153"/>
  </p:sldMasterIdLst>
  <p:notesMasterIdLst>
    <p:notesMasterId xmlns:r="http://schemas.openxmlformats.org/officeDocument/2006/relationships" r:id="R6be3bd61319f4cbc"/>
  </p:notesMasterIdLst>
  <p:sldIdLst>
    <p:sldId xmlns:r="http://schemas.openxmlformats.org/officeDocument/2006/relationships" id="256" r:id="R3bfdc7b72b7f4ec4"/>
    <p:sldId xmlns:r="http://schemas.openxmlformats.org/officeDocument/2006/relationships" id="257" r:id="R3b78281832d1455a"/>
    <p:sldId xmlns:r="http://schemas.openxmlformats.org/officeDocument/2006/relationships" id="258" r:id="Rb0da879b3b454acd"/>
    <p:sldId xmlns:r="http://schemas.openxmlformats.org/officeDocument/2006/relationships" id="259" r:id="R84a599bf90b944d7"/>
    <p:sldId xmlns:r="http://schemas.openxmlformats.org/officeDocument/2006/relationships" id="260" r:id="Ra1943f6170f9410e"/>
    <p:sldId xmlns:r="http://schemas.openxmlformats.org/officeDocument/2006/relationships" id="261" r:id="R254e0e9dda7c4c2d"/>
    <p:sldId xmlns:r="http://schemas.openxmlformats.org/officeDocument/2006/relationships" id="262" r:id="R01038de0c7a94547"/>
    <p:sldId xmlns:r="http://schemas.openxmlformats.org/officeDocument/2006/relationships" id="263" r:id="R9a314740d6fc49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a7963a9ed4482" /><Relationship Type="http://schemas.openxmlformats.org/officeDocument/2006/relationships/slideMaster" Target="/ppt/slideMasters/slideMaster1.xml" Id="R331d98ab60604153" /><Relationship Type="http://schemas.openxmlformats.org/officeDocument/2006/relationships/notesMaster" Target="/ppt/notesMasters/notesMaster1.xml" Id="R6be3bd61319f4cbc" /><Relationship Type="http://schemas.openxmlformats.org/officeDocument/2006/relationships/presProps" Target="/ppt/presProps.xml" Id="R13240d11e2554c9e" /><Relationship Type="http://schemas.openxmlformats.org/officeDocument/2006/relationships/tableStyles" Target="/ppt/tableStyles.xml" Id="R6e5936cb3e5346fd" /><Relationship Type="http://schemas.openxmlformats.org/officeDocument/2006/relationships/slide" Target="/ppt/slides/slide1.xml" Id="R3bfdc7b72b7f4ec4" /><Relationship Type="http://schemas.openxmlformats.org/officeDocument/2006/relationships/slide" Target="/ppt/slides/slide2.xml" Id="R3b78281832d1455a" /><Relationship Type="http://schemas.openxmlformats.org/officeDocument/2006/relationships/slide" Target="/ppt/slides/slide3.xml" Id="Rb0da879b3b454acd" /><Relationship Type="http://schemas.openxmlformats.org/officeDocument/2006/relationships/slide" Target="/ppt/slides/slide4.xml" Id="R84a599bf90b944d7" /><Relationship Type="http://schemas.openxmlformats.org/officeDocument/2006/relationships/slide" Target="/ppt/slides/slide5.xml" Id="Ra1943f6170f9410e" /><Relationship Type="http://schemas.openxmlformats.org/officeDocument/2006/relationships/slide" Target="/ppt/slides/slide6.xml" Id="R254e0e9dda7c4c2d" /><Relationship Type="http://schemas.openxmlformats.org/officeDocument/2006/relationships/slide" Target="/ppt/slides/slide7.xml" Id="R01038de0c7a94547" /><Relationship Type="http://schemas.openxmlformats.org/officeDocument/2006/relationships/slide" Target="/ppt/slides/slide8.xml" Id="R9a314740d6fc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ab1854a2a147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d3c4204c14bf5" /><Relationship Type="http://schemas.openxmlformats.org/officeDocument/2006/relationships/notesMaster" Target="/ppt/notesMasters/notesMaster1.xml" Id="Rfd85ac4d89bc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73ed0ec994e66" /><Relationship Type="http://schemas.openxmlformats.org/officeDocument/2006/relationships/notesMaster" Target="/ppt/notesMasters/notesMaster1.xml" Id="Rbc09a0d6c46b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7b1f3837264e47" /><Relationship Type="http://schemas.openxmlformats.org/officeDocument/2006/relationships/notesMaster" Target="/ppt/notesMasters/notesMaster1.xml" Id="R8dda98f98952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edb4f61857437b" /><Relationship Type="http://schemas.openxmlformats.org/officeDocument/2006/relationships/notesMaster" Target="/ppt/notesMasters/notesMaster1.xml" Id="R4c54d48c96764d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4e268b5d314e8e" /><Relationship Type="http://schemas.openxmlformats.org/officeDocument/2006/relationships/notesMaster" Target="/ppt/notesMasters/notesMaster1.xml" Id="R0121a92dca51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3c9a2728ac4ca3" /><Relationship Type="http://schemas.openxmlformats.org/officeDocument/2006/relationships/notesMaster" Target="/ppt/notesMasters/notesMaster1.xml" Id="R8cb556a2211c4b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5a4de99e004405" /><Relationship Type="http://schemas.openxmlformats.org/officeDocument/2006/relationships/notesMaster" Target="/ppt/notesMasters/notesMaster1.xml" Id="R4a73774dd06646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614202954f4bac" /><Relationship Type="http://schemas.openxmlformats.org/officeDocument/2006/relationships/notesMaster" Target="/ppt/notesMasters/notesMaster1.xml" Id="Refc6b7572d68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customer proposal. This presentation is not an executed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Beta Health Logistics wants a managed migration with clear responsibilities. Discovery must confirm mailbox sizes, archive constraints and the customer administrator roster.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Migrate 100 mailboxes to the new workspace tenant. The scope includes administrator training and launch coordination. Training covers routine administration and the support escalation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Excluded: device replacement, historical archive remediation and custom application work. Validate shared mailbox ownership and data handling before the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migration delivery window: six weeks after kickoff. Proposal is not a signed contract. Timing depends on verified access, customer approvals and a successful pilot. The delivery lead confirms actual dates after 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 Rivera owns delivery readiness. The customer administrator owns access approvals. Customer Success records acceptance and unresolved items with named owners. Do not promise a cutover date before the go/no-go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Estimated migration services: USD 12000. Final commitments require approval. The estimate excludes recurring subscription charges, taxes, archive remediation and unscoped integrations. Quote validity: 30 calendar days. No accelerated-delivery surcharge has been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owner: Casey Brooks. Delivery owner: Alex Rivera. Customer Success: Riley Foster. The current customer subscription exception remains separate from these project fees. Store the approved proposal and executed order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59c21f3644e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19c3fdefd42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1b42cb5d248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cf5e5637043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bd6d6126040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88b58034343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E9A8A6-0523-418D-AA1B-FF2CCEE8A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448953-6EAE-44C9-8435-B8CC778703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F8BD5E-B6A0-45B9-BD4D-2B0895398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75B85B-0909-486C-8C9C-DFAD8C25D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F046F9-5AB5-4F35-A0F4-82168E6FCE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51DC65-1370-4677-BC5E-3C864D136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4DA79A-2977-4BA1-A60B-ADFAF6600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D88416-6322-4972-A6D1-9464EFFF89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786B7-B9C3-492A-BF23-7616E5A7C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BE719A-2965-4C61-930E-E355F9677D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913071c0fb4061" /><Relationship Type="http://schemas.openxmlformats.org/officeDocument/2006/relationships/slideLayout" Target="/ppt/slideLayouts/slideLayout1.xml" Id="R41eb0180302e4dec" /><Relationship Type="http://schemas.openxmlformats.org/officeDocument/2006/relationships/slideLayout" Target="/ppt/slideLayouts/slideLayout2.xml" Id="R77f645e9e0114a30" /><Relationship Type="http://schemas.openxmlformats.org/officeDocument/2006/relationships/slideLayout" Target="/ppt/slideLayouts/slideLayout3.xml" Id="R3229c9ba25b347fc" /><Relationship Type="http://schemas.openxmlformats.org/officeDocument/2006/relationships/slideLayout" Target="/ppt/slideLayouts/slideLayout4.xml" Id="R6cd5416d403a4a4d" /><Relationship Type="http://schemas.openxmlformats.org/officeDocument/2006/relationships/slideLayout" Target="/ppt/slideLayouts/slideLayout5.xml" Id="R6dc46556f6e74942" /><Relationship Type="http://schemas.openxmlformats.org/officeDocument/2006/relationships/slideLayout" Target="/ppt/slideLayouts/slideLayout6.xml" Id="R5a82df8938f0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eb0180302e4dec"/>
    <p:sldLayoutId xmlns:r="http://schemas.openxmlformats.org/officeDocument/2006/relationships" id="2147483650" r:id="R77f645e9e0114a30"/>
    <p:sldLayoutId xmlns:r="http://schemas.openxmlformats.org/officeDocument/2006/relationships" id="2147483651" r:id="R3229c9ba25b347fc"/>
    <p:sldLayoutId xmlns:r="http://schemas.openxmlformats.org/officeDocument/2006/relationships" id="2147483652" r:id="R6cd5416d403a4a4d"/>
    <p:sldLayoutId xmlns:r="http://schemas.openxmlformats.org/officeDocument/2006/relationships" id="2147483653" r:id="R6dc46556f6e74942"/>
    <p:sldLayoutId xmlns:r="http://schemas.openxmlformats.org/officeDocument/2006/relationships" id="2147483654" r:id="R5a82df8938f0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634aaf2184f20" /><Relationship Type="http://schemas.openxmlformats.org/officeDocument/2006/relationships/notesSlide" Target="/ppt/notesSlides/notesSlide1.xml" Id="R1add0192570041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f08ae884a4c70" /><Relationship Type="http://schemas.openxmlformats.org/officeDocument/2006/relationships/notesSlide" Target="/ppt/notesSlides/notesSlide2.xml" Id="R1fecd06c8638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fca25fd8f4b07" /><Relationship Type="http://schemas.openxmlformats.org/officeDocument/2006/relationships/notesSlide" Target="/ppt/notesSlides/notesSlide3.xml" Id="Rf8e41153abeb4e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9b47ded3841a1" /><Relationship Type="http://schemas.openxmlformats.org/officeDocument/2006/relationships/notesSlide" Target="/ppt/notesSlides/notesSlide4.xml" Id="Rf8bebc20edce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d321b829242df" /><Relationship Type="http://schemas.openxmlformats.org/officeDocument/2006/relationships/notesSlide" Target="/ppt/notesSlides/notesSlide5.xml" Id="R25c0ab10fe8b41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0805ce99b4b82" /><Relationship Type="http://schemas.openxmlformats.org/officeDocument/2006/relationships/notesSlide" Target="/ppt/notesSlides/notesSlide6.xml" Id="R9d5aeebb96b340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6c9ced8c64617" /><Relationship Type="http://schemas.openxmlformats.org/officeDocument/2006/relationships/notesSlide" Target="/ppt/notesSlides/notesSlide7.xml" Id="Rf7a15cbb6c4c42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0b408f54a4afa" /><Relationship Type="http://schemas.openxmlformats.org/officeDocument/2006/relationships/notesSlide" Target="/ppt/notesSlides/notesSlide8.xml" Id="R14005c4296ef4d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00FD3-A031-43C8-9A84-5CCAB7F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DD7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39499-256A-40A9-9CD2-98023262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Beta Health Logistics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C3897-03A0-4465-8D9C-FE30393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Migration and administrator enablement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Revision 1.0 · For discussion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Prepared by Cloudasta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0A7E7-CF2C-430C-9338-BC5783C9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CDD7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FA502-ED9A-4FCE-88E0-BCA31DF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8224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0D3CD-F3EF-4328-8EE0-1B048156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157FD-620F-4172-8217-BEED721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Operating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580B-2681-408C-A6D5-B9D4F1A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100 mailboxes across a single source tenant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Shared mailboxes require nominated owners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retains control of domain and identity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Target: predictable cutover with reconciled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AC9AD-077B-45E3-B88B-ED78D781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F3D67-F26E-40AB-9AF1-DC593B3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7002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8788D-4F1D-403F-9B8B-FC6D5BB2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99741-87C4-4C60-9273-8D50DD1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Included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E537E-F9DB-46F4-A19E-7F574572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Discovery workshop and migration plan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pilot batch and one production cutover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Administrator training and launch coordination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Five working days of migration defect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9EDAB-D2AF-411D-805F-E34ECD3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71261-C6EA-4521-BB18-88877743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890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4FE1E-8ABD-4CE0-A1C7-94A54D77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1A443-C425-4523-B868-08F60BE4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Scope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DE1E-595F-4365-92D2-B2E6587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owns device and network readiness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Archive export is subject to vendor access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 integrations require a change request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No change to contracted incident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4F482-FE2C-4DD4-8286-EB46DFD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AE406-7FA6-4214-878B-9850FC2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2884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9356E-7213-47BC-9E42-1FAD5107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22CB8-58D6-4B3C-8DDE-2EB27EC2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Proposed six-week delivery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5B312-E100-42CF-9979-F0A9A07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Weeks 1–2: discovery and remediation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3: pilot and reconciliation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4: readiness and training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Weeks 5–6: cutover and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4F4E6-8561-4AC5-A509-316C0B56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A714F-3E98-4903-9D0E-ABE5B9EF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7104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47030-BCAD-45A0-9093-F57A792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77067-2D0F-4B8E-A55B-4DAF08BF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Readiness and acceptance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2568F-A19E-4C1D-8FBD-932C5F45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Approved migration identity and data handling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Complete mailbox and resource-owner roster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Pilot reconciled before production go/no-go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Acceptance pack signed or exceptions assigned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CF1E3-2993-4627-B4A9-CBF8D55F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464FF-49B8-463C-9967-05BEE3AA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1138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1A365-4C4A-4463-A441-F392EC0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650B8-E47C-478A-AE01-8AF9E71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Services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1D311-3AAE-413E-BC74-B532B67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Migration services: USD 12,000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implementation engagement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50% at execution, 50% at acceptance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Subscription fees and taxes excluded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9F06-9F7D-452A-9547-9270FFF4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A1AED-8566-4775-93A6-50FD9E3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016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FD3A9-0B6F-4CC4-A60C-E8B2366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BETA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184BE-80A5-4014-9E34-59951271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Next steps and approvals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C6644-3024-4B5F-9909-2E60168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confirms inventory and blackout dates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Delivery validates the proposed window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Finance approves the final quote revision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Both parties execute the order before work starts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6985C-949E-4269-8131-090DD7F1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2026-05-10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5A406-B17E-4D96-8E7F-58708AC5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0909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2026-10-12T01:17:02.6500000Z</dcterms:created>
  <dcterms:modified xsi:type="dcterms:W3CDTF">2026-10-12T01:17:02.6500000Z</dcterms:modified>
</coreProperties>
</file>